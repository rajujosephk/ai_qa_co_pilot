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Interface (Streamlit)</a:t>
            </a:r>
          </a:p>
          <a:p>
            <a:r>
              <a:t>- Embeddings Engine (Gemini Embedding 001)</a:t>
            </a:r>
          </a:p>
          <a:p>
            <a:r>
              <a:t>- Vector Database (FAISS)</a:t>
            </a:r>
          </a:p>
          <a:p>
            <a:r>
              <a:t>- LLM Interaction Layer (OpenRouter)</a:t>
            </a:r>
          </a:p>
          <a:p>
            <a:r>
              <a:t>- Document Processing (PDF, DOCX, TXT)</a:t>
            </a:r>
          </a:p>
          <a:p>
            <a:r>
              <a:t>- Chat History + Retrieval Augmented Generation (RAG)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